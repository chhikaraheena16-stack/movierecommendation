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sldIdLst>
    <p:sldId id="271" r:id="rId2"/>
    <p:sldId id="256" r:id="rId3"/>
    <p:sldId id="258" r:id="rId4"/>
    <p:sldId id="261" r:id="rId5"/>
    <p:sldId id="266" r:id="rId6"/>
    <p:sldId id="265" r:id="rId7"/>
    <p:sldId id="263" r:id="rId8"/>
    <p:sldId id="28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0" autoAdjust="0"/>
    <p:restoredTop sz="94632" autoAdjust="0"/>
  </p:normalViewPr>
  <p:slideViewPr>
    <p:cSldViewPr snapToGrid="0">
      <p:cViewPr varScale="1">
        <p:scale>
          <a:sx n="76" d="100"/>
          <a:sy n="76" d="100"/>
        </p:scale>
        <p:origin x="412"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29AEF5-FF58-4EA4-9849-A79BEB33539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2421328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29AEF5-FF58-4EA4-9849-A79BEB33539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29461088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FE29AEF5-FF58-4EA4-9849-A79BEB33539A}" type="datetimeFigureOut">
              <a:rPr lang="en-US" smtClean="0"/>
              <a:t>3/24/2026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4A4E422-E7A5-4830-B54B-5D8C51B74F2C}" type="slidenum">
              <a:rPr lang="en-US" smtClean="0"/>
              <a:t>‹#›</a:t>
            </a:fld>
            <a:endParaRPr lang="en-US"/>
          </a:p>
        </p:txBody>
      </p:sp>
    </p:spTree>
    <p:extLst>
      <p:ext uri="{BB962C8B-B14F-4D97-AF65-F5344CB8AC3E}">
        <p14:creationId xmlns:p14="http://schemas.microsoft.com/office/powerpoint/2010/main" val="98334796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29AEF5-FF58-4EA4-9849-A79BEB33539A}"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2046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29AEF5-FF58-4EA4-9849-A79BEB33539A}"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117117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29AEF5-FF58-4EA4-9849-A79BEB33539A}"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3559648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29AEF5-FF58-4EA4-9849-A79BEB33539A}"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97733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29AEF5-FF58-4EA4-9849-A79BEB33539A}"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4260906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29AEF5-FF58-4EA4-9849-A79BEB33539A}"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4100516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29AEF5-FF58-4EA4-9849-A79BEB33539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199104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FE29AEF5-FF58-4EA4-9849-A79BEB33539A}" type="datetimeFigureOut">
              <a:rPr lang="en-US" smtClean="0"/>
              <a:t>3/24/2026</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F4A4E422-E7A5-4830-B54B-5D8C51B74F2C}" type="slidenum">
              <a:rPr lang="en-US" smtClean="0"/>
              <a:t>‹#›</a:t>
            </a:fld>
            <a:endParaRPr lang="en-US"/>
          </a:p>
        </p:txBody>
      </p:sp>
    </p:spTree>
    <p:extLst>
      <p:ext uri="{BB962C8B-B14F-4D97-AF65-F5344CB8AC3E}">
        <p14:creationId xmlns:p14="http://schemas.microsoft.com/office/powerpoint/2010/main" val="1254719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FE29AEF5-FF58-4EA4-9849-A79BEB33539A}" type="datetimeFigureOut">
              <a:rPr lang="en-US" smtClean="0"/>
              <a:t>3/24/2026</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F4A4E422-E7A5-4830-B54B-5D8C51B74F2C}" type="slidenum">
              <a:rPr lang="en-US" smtClean="0"/>
              <a:t>‹#›</a:t>
            </a:fld>
            <a:endParaRPr lang="en-US"/>
          </a:p>
        </p:txBody>
      </p:sp>
    </p:spTree>
    <p:extLst>
      <p:ext uri="{BB962C8B-B14F-4D97-AF65-F5344CB8AC3E}">
        <p14:creationId xmlns:p14="http://schemas.microsoft.com/office/powerpoint/2010/main" val="1379972191"/>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5138" y="2094522"/>
            <a:ext cx="11462186" cy="1826819"/>
          </a:xfrm>
        </p:spPr>
        <p:txBody>
          <a:bodyPr>
            <a:normAutofit/>
          </a:bodyPr>
          <a:lstStyle/>
          <a:p>
            <a:r>
              <a:rPr lang="en-US" dirty="0"/>
              <a:t>Movie </a:t>
            </a:r>
            <a:r>
              <a:rPr lang="en-US" dirty="0" err="1"/>
              <a:t>RecommendATION</a:t>
            </a:r>
            <a:endParaRPr lang="en-IN" dirty="0"/>
          </a:p>
        </p:txBody>
      </p:sp>
      <p:sp>
        <p:nvSpPr>
          <p:cNvPr id="3" name="Subtitle 2"/>
          <p:cNvSpPr>
            <a:spLocks noGrp="1"/>
          </p:cNvSpPr>
          <p:nvPr>
            <p:ph type="subTitle" idx="1"/>
          </p:nvPr>
        </p:nvSpPr>
        <p:spPr>
          <a:xfrm>
            <a:off x="1524000" y="4079375"/>
            <a:ext cx="9144000" cy="1763282"/>
          </a:xfrm>
        </p:spPr>
        <p:txBody>
          <a:bodyPr>
            <a:normAutofit fontScale="25000" lnSpcReduction="20000"/>
          </a:bodyPr>
          <a:lstStyle/>
          <a:p>
            <a:r>
              <a:rPr lang="en-US" sz="9600" dirty="0"/>
              <a:t>Name: HEENA</a:t>
            </a:r>
          </a:p>
          <a:p>
            <a:r>
              <a:rPr lang="en-US" sz="9600" dirty="0"/>
              <a:t>Class: BTECH AIML</a:t>
            </a:r>
          </a:p>
          <a:p>
            <a:r>
              <a:rPr lang="en-US" sz="9600" dirty="0"/>
              <a:t>Year: 2026</a:t>
            </a:r>
          </a:p>
          <a:p>
            <a:r>
              <a:rPr lang="en-US" sz="9600" dirty="0"/>
              <a:t>ERP: 250414</a:t>
            </a:r>
          </a:p>
          <a:p>
            <a:endParaRPr lang="en-IN" dirty="0"/>
          </a:p>
        </p:txBody>
      </p:sp>
    </p:spTree>
    <p:extLst>
      <p:ext uri="{BB962C8B-B14F-4D97-AF65-F5344CB8AC3E}">
        <p14:creationId xmlns:p14="http://schemas.microsoft.com/office/powerpoint/2010/main" val="25964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down)">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35432-59FD-192F-D63B-6825B6A8C776}"/>
              </a:ext>
            </a:extLst>
          </p:cNvPr>
          <p:cNvSpPr>
            <a:spLocks noGrp="1"/>
          </p:cNvSpPr>
          <p:nvPr>
            <p:ph type="ctrTitle"/>
          </p:nvPr>
        </p:nvSpPr>
        <p:spPr>
          <a:xfrm>
            <a:off x="365759" y="2166364"/>
            <a:ext cx="11471565" cy="1739347"/>
          </a:xfrm>
        </p:spPr>
        <p:txBody>
          <a:bodyPr>
            <a:normAutofit/>
          </a:bodyPr>
          <a:lstStyle/>
          <a:p>
            <a:r>
              <a:rPr lang="en-US" b="0" i="0" dirty="0">
                <a:effectLst/>
                <a:latin typeface="Roboto" panose="02000000000000000000" pitchFamily="2" charset="0"/>
              </a:rPr>
              <a:t>Movie Recommender System</a:t>
            </a:r>
            <a:endParaRPr lang="en-US" dirty="0"/>
          </a:p>
        </p:txBody>
      </p:sp>
    </p:spTree>
    <p:extLst>
      <p:ext uri="{BB962C8B-B14F-4D97-AF65-F5344CB8AC3E}">
        <p14:creationId xmlns:p14="http://schemas.microsoft.com/office/powerpoint/2010/main" val="150921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4E6CE-A528-2415-E493-11FDB00FADC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544FEC8-7F2B-56BD-4BF6-0DEF4F9FCCA4}"/>
              </a:ext>
            </a:extLst>
          </p:cNvPr>
          <p:cNvSpPr>
            <a:spLocks noGrp="1"/>
          </p:cNvSpPr>
          <p:nvPr>
            <p:ph idx="1"/>
          </p:nvPr>
        </p:nvSpPr>
        <p:spPr>
          <a:xfrm>
            <a:off x="1013012" y="2011679"/>
            <a:ext cx="9973987" cy="4398085"/>
          </a:xfrm>
        </p:spPr>
        <p:txBody>
          <a:bodyPr>
            <a:normAutofit/>
          </a:bodyPr>
          <a:lstStyle/>
          <a:p>
            <a:r>
              <a:rPr lang="en-US" dirty="0"/>
              <a:t>What is Recommender/ Recommendation System?</a:t>
            </a:r>
          </a:p>
          <a:p>
            <a:pPr marL="0" indent="0">
              <a:buNone/>
            </a:pPr>
            <a:r>
              <a:rPr lang="en-US" dirty="0"/>
              <a:t>Let’s clarify this concept by a simple example, suppose you go clothing shop to buy the “Jeans”, then the shopkeeper shows us multiple types, colors, and materials jeans from his shop collections. Then we pick up the one jeans similar to our need and ask the shopkeeper that leads us similar to this pattern, material jeans and then shopkeeper shows us or recommended us the particular type of jeans as per our need this is a recommendation system </a:t>
            </a:r>
          </a:p>
          <a:p>
            <a:r>
              <a:rPr lang="en-US" dirty="0"/>
              <a:t>Recommender systems are the way of suggesting or similar items and ideas to a user’s specific way of thinking </a:t>
            </a:r>
          </a:p>
          <a:p>
            <a:r>
              <a:rPr lang="en-US" dirty="0"/>
              <a:t>A Recommender system is a data science problem to predict what the users or customers want based on the historical data. Learning recommendation system could be better with python package to accompany our studies</a:t>
            </a:r>
          </a:p>
        </p:txBody>
      </p:sp>
    </p:spTree>
    <p:extLst>
      <p:ext uri="{BB962C8B-B14F-4D97-AF65-F5344CB8AC3E}">
        <p14:creationId xmlns:p14="http://schemas.microsoft.com/office/powerpoint/2010/main" val="216927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down)">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BEF2A-39D6-DB68-D394-BCE54A01933D}"/>
              </a:ext>
            </a:extLst>
          </p:cNvPr>
          <p:cNvSpPr>
            <a:spLocks noGrp="1"/>
          </p:cNvSpPr>
          <p:nvPr>
            <p:ph type="title"/>
          </p:nvPr>
        </p:nvSpPr>
        <p:spPr/>
        <p:txBody>
          <a:bodyPr/>
          <a:lstStyle/>
          <a:p>
            <a:r>
              <a:rPr lang="en-US" dirty="0"/>
              <a:t>Scope of Project</a:t>
            </a:r>
          </a:p>
        </p:txBody>
      </p:sp>
      <p:sp>
        <p:nvSpPr>
          <p:cNvPr id="3" name="Content Placeholder 2">
            <a:extLst>
              <a:ext uri="{FF2B5EF4-FFF2-40B4-BE49-F238E27FC236}">
                <a16:creationId xmlns:a16="http://schemas.microsoft.com/office/drawing/2014/main" id="{AC3122BA-15CF-66C6-D322-33A58607EF3D}"/>
              </a:ext>
            </a:extLst>
          </p:cNvPr>
          <p:cNvSpPr>
            <a:spLocks noGrp="1"/>
          </p:cNvSpPr>
          <p:nvPr>
            <p:ph idx="1"/>
          </p:nvPr>
        </p:nvSpPr>
        <p:spPr>
          <a:xfrm>
            <a:off x="1080367" y="2011680"/>
            <a:ext cx="10362969" cy="4455108"/>
          </a:xfrm>
        </p:spPr>
        <p:txBody>
          <a:bodyPr>
            <a:normAutofit fontScale="40000" lnSpcReduction="20000"/>
          </a:bodyPr>
          <a:lstStyle/>
          <a:p>
            <a:r>
              <a:rPr lang="en-US" sz="5100" dirty="0"/>
              <a:t> For the past year we are in our house due to a pandemic so most of our time we will spend watching mobile or watching movies and series with family or alone. But at that time it’s hard for us to select which movie we should watch because we have so many options but we are confused about what movie is similar to the content of the other movies or if you like one movie and you would like to similar genera movie how we find? </a:t>
            </a:r>
            <a:r>
              <a:rPr lang="en-US" sz="5100" dirty="0" err="1"/>
              <a:t>So,there</a:t>
            </a:r>
            <a:r>
              <a:rPr lang="en-US" sz="5100" dirty="0"/>
              <a:t> my website will guide you, you just have to select a movie that you watch and then the website automatically recommended you a similar type of movie using the Machine learning model. It will ease our needs and  reduce the effort of finding a movies</a:t>
            </a:r>
          </a:p>
          <a:p>
            <a:r>
              <a:rPr lang="en-US" sz="5100" dirty="0"/>
              <a:t>The movie recommender system uses the movie dataset and with the help of  Machine learning model to process the data and handle that data using the concept of data science, we create a website where you should select the movie and similar to that movie we give a proper recommendation </a:t>
            </a:r>
          </a:p>
          <a:p>
            <a:r>
              <a:rPr lang="en-US" sz="5100" dirty="0"/>
              <a:t>A Recommender System refers to a system that is capable of predicting the future preference of a set of items for a user and recommending the top items. One key reason why we need a recommender system in modern society is that people have too many options to use due to the prevalence of the Internet.</a:t>
            </a:r>
          </a:p>
          <a:p>
            <a:endParaRPr lang="en-US" dirty="0"/>
          </a:p>
          <a:p>
            <a:endParaRPr lang="en-US" dirty="0"/>
          </a:p>
        </p:txBody>
      </p:sp>
    </p:spTree>
    <p:extLst>
      <p:ext uri="{BB962C8B-B14F-4D97-AF65-F5344CB8AC3E}">
        <p14:creationId xmlns:p14="http://schemas.microsoft.com/office/powerpoint/2010/main" val="311840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
            </a:r>
            <a:r>
              <a:rPr lang="en-US" dirty="0" err="1"/>
              <a:t>RecommendATION</a:t>
            </a:r>
            <a:r>
              <a:rPr lang="en-US" dirty="0"/>
              <a:t> System</a:t>
            </a:r>
            <a:endParaRPr lang="en-IN" dirty="0"/>
          </a:p>
        </p:txBody>
      </p:sp>
      <p:sp>
        <p:nvSpPr>
          <p:cNvPr id="3" name="Content Placeholder 2"/>
          <p:cNvSpPr>
            <a:spLocks noGrp="1"/>
          </p:cNvSpPr>
          <p:nvPr>
            <p:ph idx="1"/>
          </p:nvPr>
        </p:nvSpPr>
        <p:spPr>
          <a:xfrm>
            <a:off x="293914" y="1894113"/>
            <a:ext cx="7315200" cy="4808765"/>
          </a:xfrm>
        </p:spPr>
        <p:txBody>
          <a:bodyPr>
            <a:normAutofit/>
          </a:bodyPr>
          <a:lstStyle/>
          <a:p>
            <a:pPr>
              <a:buFontTx/>
              <a:buChar char="-"/>
            </a:pPr>
            <a:r>
              <a:rPr lang="en-US" sz="1700" dirty="0"/>
              <a:t>Content Based </a:t>
            </a:r>
          </a:p>
          <a:p>
            <a:pPr marL="0" indent="0">
              <a:buNone/>
            </a:pPr>
            <a:r>
              <a:rPr lang="en-US" sz="1700" dirty="0"/>
              <a:t>It will Recommend ate on the bases of content similarity, In this system we used tags for recommendation  </a:t>
            </a:r>
          </a:p>
          <a:p>
            <a:pPr>
              <a:buFontTx/>
              <a:buChar char="-"/>
            </a:pPr>
            <a:r>
              <a:rPr lang="en-US" sz="1700" dirty="0"/>
              <a:t>Collaborative filtering </a:t>
            </a:r>
          </a:p>
          <a:p>
            <a:pPr marL="0" indent="0">
              <a:buNone/>
            </a:pPr>
            <a:r>
              <a:rPr lang="en-US" sz="1700" dirty="0"/>
              <a:t>It will recommend ate on users interests, lets clear the concept with one example there is 2 person they both have similarity like 9% they both like Avatar movie and there rating for this movie is same then if suppose person 1 watch matrix movie and he like that movie then collaborative filtrating recommend ate person2 a similar movie</a:t>
            </a:r>
          </a:p>
          <a:p>
            <a:pPr>
              <a:buFontTx/>
              <a:buChar char="-"/>
            </a:pPr>
            <a:r>
              <a:rPr lang="en-US" sz="1700" dirty="0"/>
              <a:t>Hybrid </a:t>
            </a:r>
          </a:p>
          <a:p>
            <a:pPr marL="0" indent="0">
              <a:buNone/>
            </a:pPr>
            <a:r>
              <a:rPr lang="en-US" sz="1700" dirty="0"/>
              <a:t>It is mixture of both content based and collaborative filtering recommendation system </a:t>
            </a:r>
          </a:p>
          <a:p>
            <a:pPr marL="0" indent="0">
              <a:buNone/>
            </a:pPr>
            <a:r>
              <a:rPr lang="en-US" sz="2000" b="1" dirty="0"/>
              <a:t>“In This Project we use content based recommendation system using and add tags to our movie data set”</a:t>
            </a:r>
          </a:p>
          <a:p>
            <a:pPr>
              <a:buFontTx/>
              <a:buChar char="-"/>
            </a:pPr>
            <a:endParaRPr lang="en-US" dirty="0"/>
          </a:p>
        </p:txBody>
      </p:sp>
      <p:pic>
        <p:nvPicPr>
          <p:cNvPr id="1026" name="Picture 2" descr="C:\Users\Admin\Dropbox\My PC (DESKTOP-K274ACT)\Desktop\Udhav Project Presentation\Movie Recommendation system\Type2Recommendersyste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1313" y="2678567"/>
            <a:ext cx="3607480" cy="2496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82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par>
                                <p:cTn id="15" presetID="2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down)">
                                      <p:cBhvr>
                                        <p:cTn id="26" dur="500"/>
                                        <p:tgtEl>
                                          <p:spTgt spid="3">
                                            <p:txEl>
                                              <p:pRg st="4" end="4"/>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down)">
                                      <p:cBhvr>
                                        <p:cTn id="29" dur="500"/>
                                        <p:tgtEl>
                                          <p:spTgt spid="3">
                                            <p:txEl>
                                              <p:pRg st="5" end="5"/>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26"/>
                                        </p:tgtEl>
                                        <p:attrNameLst>
                                          <p:attrName>style.visibility</p:attrName>
                                        </p:attrNameLst>
                                      </p:cBhvr>
                                      <p:to>
                                        <p:strVal val="visible"/>
                                      </p:to>
                                    </p:set>
                                    <p:animEffect transition="in" filter="wipe(down)">
                                      <p:cBhvr>
                                        <p:cTn id="3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CORE idea</a:t>
            </a:r>
            <a:endParaRPr lang="en-IN" dirty="0"/>
          </a:p>
        </p:txBody>
      </p:sp>
      <p:sp>
        <p:nvSpPr>
          <p:cNvPr id="3" name="Content Placeholder 2"/>
          <p:cNvSpPr>
            <a:spLocks noGrp="1"/>
          </p:cNvSpPr>
          <p:nvPr>
            <p:ph idx="1"/>
          </p:nvPr>
        </p:nvSpPr>
        <p:spPr>
          <a:xfrm>
            <a:off x="1202919" y="2011680"/>
            <a:ext cx="7486149" cy="4593226"/>
          </a:xfrm>
        </p:spPr>
        <p:txBody>
          <a:bodyPr>
            <a:normAutofit lnSpcReduction="10000"/>
          </a:bodyPr>
          <a:lstStyle/>
          <a:p>
            <a:r>
              <a:rPr lang="en-US" sz="2000" dirty="0"/>
              <a:t>We have data in way like “movie id”, “names” and “tags” like this format we have 5000 movie. </a:t>
            </a:r>
          </a:p>
          <a:p>
            <a:r>
              <a:rPr lang="en-US" sz="2000" dirty="0"/>
              <a:t>now to use this data set in proper form we try to convert tags in vector form.</a:t>
            </a:r>
          </a:p>
          <a:p>
            <a:r>
              <a:rPr lang="en-US" sz="2000" dirty="0"/>
              <a:t> suppose user like 2,3 movie then my recommendation system will show them closet vector or similar tags movies </a:t>
            </a:r>
          </a:p>
          <a:p>
            <a:r>
              <a:rPr lang="en-US" sz="2000" dirty="0"/>
              <a:t>To converting text into vector the method know as “textvectorization” to do textvectorization we have many format</a:t>
            </a:r>
          </a:p>
          <a:p>
            <a:pPr marL="0" indent="0">
              <a:buNone/>
            </a:pPr>
            <a:r>
              <a:rPr lang="en-US" sz="2000" dirty="0"/>
              <a:t>	Bag of word</a:t>
            </a:r>
          </a:p>
          <a:p>
            <a:pPr marL="0" indent="0">
              <a:buNone/>
            </a:pPr>
            <a:r>
              <a:rPr lang="en-US" sz="2000" dirty="0"/>
              <a:t>	tf idf</a:t>
            </a:r>
          </a:p>
          <a:p>
            <a:pPr marL="0" indent="0">
              <a:buNone/>
            </a:pPr>
            <a:r>
              <a:rPr lang="en-US" sz="2000" dirty="0"/>
              <a:t>	word to vector</a:t>
            </a:r>
          </a:p>
          <a:p>
            <a:pPr marL="0" indent="0">
              <a:buNone/>
            </a:pPr>
            <a:r>
              <a:rPr lang="en-US" sz="2000" dirty="0"/>
              <a:t>For this model we use bag of word method to convert text Into vector</a:t>
            </a:r>
          </a:p>
          <a:p>
            <a:pPr marL="0" indent="0">
              <a:buNone/>
            </a:pPr>
            <a:endParaRPr lang="en-US" sz="2000" dirty="0"/>
          </a:p>
          <a:p>
            <a:pPr marL="0" indent="0">
              <a:buNone/>
            </a:pPr>
            <a:endParaRPr lang="en-IN" sz="2000" dirty="0"/>
          </a:p>
        </p:txBody>
      </p:sp>
      <p:pic>
        <p:nvPicPr>
          <p:cNvPr id="2050" name="Picture 2" descr="C:\Users\Admin\Dropbox\My PC (DESKTOP-K274ACT)\Desktop\Udhav Project Presentation\Movie Recommendation system\2DSpace.drawi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8534" y="1607190"/>
            <a:ext cx="1765542" cy="195041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Admin\Dropbox\My PC (DESKTOP-K274ACT)\Desktop\Udhav Project Presentation\Movie Recommendation system\recommendation-system-tag-graph.drawi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773" y="3407509"/>
            <a:ext cx="2269228" cy="1885842"/>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12">
            <a:extLst>
              <a:ext uri="{FF2B5EF4-FFF2-40B4-BE49-F238E27FC236}">
                <a16:creationId xmlns:a16="http://schemas.microsoft.com/office/drawing/2014/main" id="{E4AA2C58-D6EF-05AD-ADCF-5CCB54DE40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3753" y="5293352"/>
            <a:ext cx="3390323" cy="1528033"/>
          </a:xfrm>
          <a:prstGeom prst="rect">
            <a:avLst/>
          </a:prstGeom>
        </p:spPr>
      </p:pic>
    </p:spTree>
    <p:extLst>
      <p:ext uri="{BB962C8B-B14F-4D97-AF65-F5344CB8AC3E}">
        <p14:creationId xmlns:p14="http://schemas.microsoft.com/office/powerpoint/2010/main" val="164663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down)">
                                      <p:cBhvr>
                                        <p:cTn id="21" dur="500"/>
                                        <p:tgtEl>
                                          <p:spTgt spid="3">
                                            <p:txEl>
                                              <p:pRg st="3" end="3"/>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down)">
                                      <p:cBhvr>
                                        <p:cTn id="24" dur="500"/>
                                        <p:tgtEl>
                                          <p:spTgt spid="3">
                                            <p:txEl>
                                              <p:pRg st="4" end="4"/>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wipe(down)">
                                      <p:cBhvr>
                                        <p:cTn id="30" dur="500"/>
                                        <p:tgtEl>
                                          <p:spTgt spid="3">
                                            <p:txEl>
                                              <p:pRg st="6" end="6"/>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down)">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2050"/>
                                        </p:tgtEl>
                                        <p:attrNameLst>
                                          <p:attrName>style.visibility</p:attrName>
                                        </p:attrNameLst>
                                      </p:cBhvr>
                                      <p:to>
                                        <p:strVal val="visible"/>
                                      </p:to>
                                    </p:set>
                                    <p:animEffect transition="in" filter="barn(inVertical)">
                                      <p:cBhvr>
                                        <p:cTn id="38" dur="500"/>
                                        <p:tgtEl>
                                          <p:spTgt spid="2050"/>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heel(1)">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18044-4067-9AB1-C675-F103B7F593BE}"/>
              </a:ext>
            </a:extLst>
          </p:cNvPr>
          <p:cNvSpPr>
            <a:spLocks noGrp="1"/>
          </p:cNvSpPr>
          <p:nvPr>
            <p:ph type="title"/>
          </p:nvPr>
        </p:nvSpPr>
        <p:spPr/>
        <p:txBody>
          <a:bodyPr/>
          <a:lstStyle/>
          <a:p>
            <a:r>
              <a:rPr lang="en-US" dirty="0"/>
              <a:t>Tools for project</a:t>
            </a:r>
          </a:p>
        </p:txBody>
      </p:sp>
      <p:sp>
        <p:nvSpPr>
          <p:cNvPr id="3" name="Content Placeholder 2">
            <a:extLst>
              <a:ext uri="{FF2B5EF4-FFF2-40B4-BE49-F238E27FC236}">
                <a16:creationId xmlns:a16="http://schemas.microsoft.com/office/drawing/2014/main" id="{7CD99784-AD92-E0BF-C05F-3FC05FE36313}"/>
              </a:ext>
            </a:extLst>
          </p:cNvPr>
          <p:cNvSpPr>
            <a:spLocks noGrp="1"/>
          </p:cNvSpPr>
          <p:nvPr>
            <p:ph idx="1"/>
          </p:nvPr>
        </p:nvSpPr>
        <p:spPr/>
        <p:txBody>
          <a:bodyPr/>
          <a:lstStyle/>
          <a:p>
            <a:r>
              <a:rPr lang="en-US" dirty="0"/>
              <a:t>For Movie Collection we use “TMDB 5000 Movie Dataset” for processing ML model </a:t>
            </a:r>
          </a:p>
          <a:p>
            <a:r>
              <a:rPr lang="en-US" dirty="0"/>
              <a:t>We use python language for this project </a:t>
            </a:r>
          </a:p>
          <a:p>
            <a:r>
              <a:rPr lang="en-US" dirty="0"/>
              <a:t>Jupiter notebook(IDE) for creating the ML model </a:t>
            </a:r>
          </a:p>
          <a:p>
            <a:r>
              <a:rPr lang="en-US" dirty="0"/>
              <a:t>Pycharm (IDE) for creating a frontend or web app for the movie recommender system </a:t>
            </a:r>
          </a:p>
          <a:p>
            <a:r>
              <a:rPr lang="en-US" dirty="0"/>
              <a:t>And for this project we use a new framework known as “Streamlit” it helps us create a web app for data science and machine learning in a short time</a:t>
            </a:r>
          </a:p>
          <a:p>
            <a:r>
              <a:rPr lang="en-US" dirty="0"/>
              <a:t>Heroku(website) for web services and project deployment and hosting the project free of cost </a:t>
            </a:r>
          </a:p>
        </p:txBody>
      </p:sp>
    </p:spTree>
    <p:extLst>
      <p:ext uri="{BB962C8B-B14F-4D97-AF65-F5344CB8AC3E}">
        <p14:creationId xmlns:p14="http://schemas.microsoft.com/office/powerpoint/2010/main" val="169786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1000"/>
                                        <p:tgtEl>
                                          <p:spTgt spid="3">
                                            <p:txEl>
                                              <p:pRg st="2" end="2"/>
                                            </p:txEl>
                                          </p:spTgt>
                                        </p:tgtEl>
                                      </p:cBhvr>
                                    </p:animEffect>
                                    <p:anim calcmode="lin" valueType="num">
                                      <p:cBhvr>
                                        <p:cTn id="2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183085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495</TotalTime>
  <Words>746</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Corbel</vt:lpstr>
      <vt:lpstr>Roboto</vt:lpstr>
      <vt:lpstr>Wingdings</vt:lpstr>
      <vt:lpstr>Banded</vt:lpstr>
      <vt:lpstr>Movie RecommendATION</vt:lpstr>
      <vt:lpstr>Movie Recommender System</vt:lpstr>
      <vt:lpstr>Introduction</vt:lpstr>
      <vt:lpstr>Scope of Project</vt:lpstr>
      <vt:lpstr>Types Of RecommendATION System</vt:lpstr>
      <vt:lpstr>CORE idea</vt:lpstr>
      <vt:lpstr>Tools for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Recommender System</dc:title>
  <dc:creator>Meenakshi</dc:creator>
  <cp:lastModifiedBy>Heena Chhikara</cp:lastModifiedBy>
  <cp:revision>29</cp:revision>
  <dcterms:created xsi:type="dcterms:W3CDTF">2022-06-19T06:30:08Z</dcterms:created>
  <dcterms:modified xsi:type="dcterms:W3CDTF">2026-03-24T08:12:23Z</dcterms:modified>
</cp:coreProperties>
</file>